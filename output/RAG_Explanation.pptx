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F81BD"/>
                </a:solidFill>
              </a:defRPr>
            </a:pPr>
            <a:r>
              <a:t>Retrieval-Augmented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What is RAG?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🔍 Retrieval: Finding relevant documents/code from a database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💬 Augmented: Enhancing the LLM with external context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🧠 Generation: Using LLM to produce answers based on retrieved context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endParaRPr/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Problem it solves: LLMs have outdated training data and can hallucinate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Traditional LLM vs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0000"/>
                </a:solidFill>
              </a:defRPr>
            </a:pPr>
            <a:r>
              <a:t>❌ Traditional LLM</a:t>
            </a:r>
          </a:p>
          <a:p>
            <a:pPr>
              <a:spcBef>
                <a:spcPts val="600"/>
              </a:spcBef>
              <a:defRPr sz="1800"/>
            </a:pPr>
            <a:r>
              <a:t>User query → LLM</a:t>
            </a:r>
          </a:p>
          <a:p>
            <a:pPr>
              <a:spcBef>
                <a:spcPts val="600"/>
              </a:spcBef>
              <a:defRPr sz="1800"/>
            </a:pPr>
            <a:r>
              <a:t>Uses only training data</a:t>
            </a:r>
          </a:p>
          <a:p>
            <a:pPr>
              <a:spcBef>
                <a:spcPts val="600"/>
              </a:spcBef>
              <a:defRPr sz="1800"/>
            </a:pPr>
            <a:r>
              <a:t>Can hallucinate answers</a:t>
            </a:r>
          </a:p>
          <a:p>
            <a:pPr>
              <a:spcBef>
                <a:spcPts val="600"/>
              </a:spcBef>
              <a:defRPr sz="1800"/>
            </a:pPr>
            <a:r>
              <a:t>No context about your code</a:t>
            </a:r>
          </a:p>
          <a:p>
            <a:pPr>
              <a:spcBef>
                <a:spcPts val="600"/>
              </a:spcBef>
              <a:defRPr sz="1800"/>
            </a:pPr>
            <a:r>
              <a:t>Slow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B050"/>
                </a:solidFill>
              </a:defRPr>
            </a:pPr>
            <a:r>
              <a:t>✅ RAG</a:t>
            </a:r>
          </a:p>
          <a:p>
            <a:pPr>
              <a:spcBef>
                <a:spcPts val="600"/>
              </a:spcBef>
              <a:defRPr sz="1800"/>
            </a:pPr>
            <a:r>
              <a:t>User query → Search → Retrieve</a:t>
            </a:r>
          </a:p>
          <a:p>
            <a:pPr>
              <a:spcBef>
                <a:spcPts val="600"/>
              </a:spcBef>
              <a:defRPr sz="1800"/>
            </a:pPr>
            <a:r>
              <a:t>Uses YOUR code + training data</a:t>
            </a:r>
          </a:p>
          <a:p>
            <a:pPr>
              <a:spcBef>
                <a:spcPts val="600"/>
              </a:spcBef>
              <a:defRPr sz="1800"/>
            </a:pPr>
            <a:r>
              <a:t>Grounded in actual context</a:t>
            </a:r>
          </a:p>
          <a:p>
            <a:pPr>
              <a:spcBef>
                <a:spcPts val="600"/>
              </a:spcBef>
              <a:defRPr sz="1800"/>
            </a:pPr>
            <a:r>
              <a:t>Knows your architecture</a:t>
            </a:r>
          </a:p>
          <a:p>
            <a:pPr>
              <a:spcBef>
                <a:spcPts val="600"/>
              </a:spcBef>
              <a:defRPr sz="1800"/>
            </a:pPr>
            <a:r>
              <a:t>Real-time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RAG Pipeline: 5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1️⃣  Ingest: Load your codebase/documents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2️⃣  Chunk: Split into meaningful pieces (functions, classes)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3️⃣  Index: Build searchable database of chunks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4️⃣  Retrieve: Find relevant chunks for the query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5️⃣  Generate: Send chunks + query to LLM for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Retrieval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🔑 Keyword Retrieval: Match exact keywords in text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   → Fast but misses semantic meaning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endParaRPr/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📊 TF-IDF (Statistical): Rank by word importance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   → Better semantic understanding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endParaRPr/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🎯 Hybrid: Combine both approaches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   → Best of both worlds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RAG: Benefits &amp;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B050"/>
                </a:solidFill>
              </a:defRPr>
            </a:pPr>
            <a:r>
              <a:t>✅ Benefits</a:t>
            </a:r>
          </a:p>
          <a:p>
            <a:pPr>
              <a:spcBef>
                <a:spcPts val="800"/>
              </a:spcBef>
              <a:defRPr sz="1800"/>
            </a:pPr>
            <a:r>
              <a:t>Current data</a:t>
            </a:r>
          </a:p>
          <a:p>
            <a:pPr>
              <a:spcBef>
                <a:spcPts val="800"/>
              </a:spcBef>
              <a:defRPr sz="1800"/>
            </a:pPr>
            <a:r>
              <a:t>Reduced hallucinations</a:t>
            </a:r>
          </a:p>
          <a:p>
            <a:pPr>
              <a:spcBef>
                <a:spcPts val="800"/>
              </a:spcBef>
              <a:defRPr sz="1800"/>
            </a:pPr>
            <a:r>
              <a:t>Cost-effective</a:t>
            </a:r>
          </a:p>
          <a:p>
            <a:pPr>
              <a:spcBef>
                <a:spcPts val="800"/>
              </a:spcBef>
              <a:defRPr sz="1800"/>
            </a:pPr>
            <a:r>
              <a:t>Accurate answers</a:t>
            </a:r>
          </a:p>
          <a:p>
            <a:pPr>
              <a:spcBef>
                <a:spcPts val="800"/>
              </a:spcBef>
              <a:defRPr sz="1800"/>
            </a:pPr>
            <a:r>
              <a:t>Scalable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09728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0000"/>
                </a:solidFill>
              </a:defRPr>
            </a:pPr>
            <a:r>
              <a:t>⚖️ Tradeoffs</a:t>
            </a:r>
          </a:p>
          <a:p>
            <a:pPr>
              <a:spcBef>
                <a:spcPts val="800"/>
              </a:spcBef>
              <a:defRPr sz="1800"/>
            </a:pPr>
            <a:r>
              <a:t>Setup complexity</a:t>
            </a:r>
          </a:p>
          <a:p>
            <a:pPr>
              <a:spcBef>
                <a:spcPts val="800"/>
              </a:spcBef>
              <a:defRPr sz="1800"/>
            </a:pPr>
            <a:r>
              <a:t>Retrieval quality matters</a:t>
            </a:r>
          </a:p>
          <a:p>
            <a:pPr>
              <a:spcBef>
                <a:spcPts val="800"/>
              </a:spcBef>
              <a:defRPr sz="1800"/>
            </a:pPr>
            <a:r>
              <a:t>Latency overhead</a:t>
            </a:r>
          </a:p>
          <a:p>
            <a:pPr>
              <a:spcBef>
                <a:spcPts val="800"/>
              </a:spcBef>
              <a:defRPr sz="1800"/>
            </a:pPr>
            <a:r>
              <a:t>Storage needed</a:t>
            </a:r>
          </a:p>
          <a:p>
            <a:pPr>
              <a:spcBef>
                <a:spcPts val="800"/>
              </a:spcBef>
              <a:defRPr sz="1800"/>
            </a:pPr>
            <a:r>
              <a:t>Maintenance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AI Code Reviewer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🎯 Uses RAG to analyze Python repositories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📂 Loads repo → Chunks code into functions/classes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🔍 Retrieves relevant chunks for architecture analysis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💭 Uses Gemini LLM to identify design smells &amp; risks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📊 Outputs structured JSON report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endParaRPr/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2400">
                <a:solidFill>
                  <a:srgbClr val="333333"/>
                </a:solidFill>
              </a:defRPr>
            </a:pPr>
            <a:r>
              <a:t>Demo: Analyzing frigate-dev for architecture issues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79634" y="3840480"/>
            <a:ext cx="18473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F81BD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1194</TotalTime>
  <Words>275</Words>
  <Application>Microsoft Office PowerPoint</Application>
  <PresentationFormat>On-screen Show (4:3)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Koratpally, Vaishnav Kumar</cp:lastModifiedBy>
  <cp:revision>2</cp:revision>
  <dcterms:created xsi:type="dcterms:W3CDTF">2013-01-27T09:14:16Z</dcterms:created>
  <dcterms:modified xsi:type="dcterms:W3CDTF">2026-08-13T14:36:36Z</dcterms:modified>
  <cp:category/>
</cp:coreProperties>
</file>